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Canva Sans Display" charset="1" panose="020B0805030501040104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slide8.xml" Type="http://schemas.openxmlformats.org/officeDocument/2006/relationships/slid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slide3.xml" Type="http://schemas.openxmlformats.org/officeDocument/2006/relationships/slide"/><Relationship Id="rId9" Target="slide5.xml" Type="http://schemas.openxmlformats.org/officeDocument/2006/relationships/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slide2.xml" Type="http://schemas.openxmlformats.org/officeDocument/2006/relationships/slide"/><Relationship Id="rId5" Target="../media/image15.pn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slide2.xml" Type="http://schemas.openxmlformats.org/officeDocument/2006/relationships/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pn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slide2.xml" Type="http://schemas.openxmlformats.org/officeDocument/2006/relationships/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2F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04855" y="5730850"/>
            <a:ext cx="4144945" cy="4114800"/>
          </a:xfrm>
          <a:custGeom>
            <a:avLst/>
            <a:gdLst/>
            <a:ahLst/>
            <a:cxnLst/>
            <a:rect r="r" b="b" t="t" l="l"/>
            <a:pathLst>
              <a:path h="4114800" w="4144945">
                <a:moveTo>
                  <a:pt x="0" y="0"/>
                </a:moveTo>
                <a:lnTo>
                  <a:pt x="4144945" y="0"/>
                </a:lnTo>
                <a:lnTo>
                  <a:pt x="414494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ysDot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26744" y="5730850"/>
            <a:ext cx="6200384" cy="4114800"/>
          </a:xfrm>
          <a:custGeom>
            <a:avLst/>
            <a:gdLst/>
            <a:ahLst/>
            <a:cxnLst/>
            <a:rect r="r" b="b" t="t" l="l"/>
            <a:pathLst>
              <a:path h="4114800" w="6200384">
                <a:moveTo>
                  <a:pt x="0" y="0"/>
                </a:moveTo>
                <a:lnTo>
                  <a:pt x="6200384" y="0"/>
                </a:lnTo>
                <a:lnTo>
                  <a:pt x="62003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ysDot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78759" y="6201577"/>
            <a:ext cx="3774464" cy="3644073"/>
          </a:xfrm>
          <a:custGeom>
            <a:avLst/>
            <a:gdLst/>
            <a:ahLst/>
            <a:cxnLst/>
            <a:rect r="r" b="b" t="t" l="l"/>
            <a:pathLst>
              <a:path h="3644073" w="3774464">
                <a:moveTo>
                  <a:pt x="0" y="0"/>
                </a:moveTo>
                <a:lnTo>
                  <a:pt x="3774464" y="0"/>
                </a:lnTo>
                <a:lnTo>
                  <a:pt x="3774464" y="3644073"/>
                </a:lnTo>
                <a:lnTo>
                  <a:pt x="0" y="36440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ysDot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5183029" y="962025"/>
            <a:ext cx="7921943" cy="2080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0"/>
              </a:lnSpc>
              <a:spcBef>
                <a:spcPct val="0"/>
              </a:spcBef>
            </a:pPr>
            <a:r>
              <a:rPr lang="en-US" b="true" sz="6400">
                <a:solidFill>
                  <a:srgbClr val="FFFFFF"/>
                </a:solidFill>
                <a:latin typeface="Canva Sans Display"/>
                <a:ea typeface="Canva Sans Display"/>
                <a:cs typeface="Canva Sans Display"/>
                <a:sym typeface="Canva Sans Display"/>
              </a:rPr>
              <a:t>HelpDesk Web: </a:t>
            </a:r>
          </a:p>
          <a:p>
            <a:pPr algn="ctr">
              <a:lnSpc>
                <a:spcPts val="8320"/>
              </a:lnSpc>
              <a:spcBef>
                <a:spcPct val="0"/>
              </a:spcBef>
            </a:pPr>
            <a:r>
              <a:rPr lang="en-US" b="true" sz="6400">
                <a:solidFill>
                  <a:srgbClr val="FFFFFF"/>
                </a:solidFill>
                <a:latin typeface="Canva Sans Display"/>
                <a:ea typeface="Canva Sans Display"/>
                <a:cs typeface="Canva Sans Display"/>
                <a:sym typeface="Canva Sans Display"/>
              </a:rPr>
              <a:t>Sistema di Ticketing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33287" y="3828748"/>
            <a:ext cx="15221427" cy="57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Canva Sans Display"/>
                <a:ea typeface="Canva Sans Display"/>
                <a:cs typeface="Canva Sans Display"/>
                <a:sym typeface="Canva Sans Display"/>
              </a:rPr>
              <a:t>G</a:t>
            </a:r>
            <a:r>
              <a:rPr lang="en-US" b="true" sz="3600">
                <a:solidFill>
                  <a:srgbClr val="FFFFFF"/>
                </a:solidFill>
                <a:latin typeface="Canva Sans Display"/>
                <a:ea typeface="Canva Sans Display"/>
                <a:cs typeface="Canva Sans Display"/>
                <a:sym typeface="Canva Sans Display"/>
              </a:rPr>
              <a:t>estione delle richieste di supporto tramite un'interfaccia dedicata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239055" y="4999522"/>
            <a:ext cx="9809891" cy="57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  <a:spcBef>
                <a:spcPct val="0"/>
              </a:spcBef>
            </a:pPr>
            <a:r>
              <a:rPr lang="en-US" b="true" sz="3600">
                <a:solidFill>
                  <a:srgbClr val="FFFFFF"/>
                </a:solidFill>
                <a:latin typeface="Canva Sans Display"/>
                <a:ea typeface="Canva Sans Display"/>
                <a:cs typeface="Canva Sans Display"/>
                <a:sym typeface="Canva Sans Display"/>
              </a:rPr>
              <a:t>Caratteristiche chiave ed esperienza d’uso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900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5000702" y="1782699"/>
          <a:ext cx="8536150" cy="4073176"/>
        </p:xfrm>
        <a:graphic>
          <a:graphicData uri="http://schemas.openxmlformats.org/drawingml/2006/table">
            <a:tbl>
              <a:tblPr/>
              <a:tblGrid>
                <a:gridCol w="8536150"/>
              </a:tblGrid>
              <a:tr h="13577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577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577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302740" y="6026475"/>
            <a:ext cx="5325035" cy="4114800"/>
          </a:xfrm>
          <a:custGeom>
            <a:avLst/>
            <a:gdLst/>
            <a:ahLst/>
            <a:cxnLst/>
            <a:rect r="r" b="b" t="t" l="l"/>
            <a:pathLst>
              <a:path h="4114800" w="5325035">
                <a:moveTo>
                  <a:pt x="0" y="0"/>
                </a:moveTo>
                <a:lnTo>
                  <a:pt x="5325036" y="0"/>
                </a:lnTo>
                <a:lnTo>
                  <a:pt x="532503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237888" y="725487"/>
            <a:ext cx="3697435" cy="3119290"/>
          </a:xfrm>
          <a:custGeom>
            <a:avLst/>
            <a:gdLst/>
            <a:ahLst/>
            <a:cxnLst/>
            <a:rect r="r" b="b" t="t" l="l"/>
            <a:pathLst>
              <a:path h="3119290" w="3697435">
                <a:moveTo>
                  <a:pt x="0" y="0"/>
                </a:moveTo>
                <a:lnTo>
                  <a:pt x="3697434" y="0"/>
                </a:lnTo>
                <a:lnTo>
                  <a:pt x="3697434" y="3119291"/>
                </a:lnTo>
                <a:lnTo>
                  <a:pt x="0" y="31192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654069" y="6228223"/>
            <a:ext cx="5167637" cy="3711303"/>
          </a:xfrm>
          <a:custGeom>
            <a:avLst/>
            <a:gdLst/>
            <a:ahLst/>
            <a:cxnLst/>
            <a:rect r="r" b="b" t="t" l="l"/>
            <a:pathLst>
              <a:path h="3711303" w="5167637">
                <a:moveTo>
                  <a:pt x="0" y="0"/>
                </a:moveTo>
                <a:lnTo>
                  <a:pt x="5167637" y="0"/>
                </a:lnTo>
                <a:lnTo>
                  <a:pt x="5167637" y="3711303"/>
                </a:lnTo>
                <a:lnTo>
                  <a:pt x="0" y="37113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841754" y="241935"/>
            <a:ext cx="2604492" cy="909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80"/>
              </a:lnSpc>
              <a:spcBef>
                <a:spcPct val="0"/>
              </a:spcBef>
            </a:pPr>
            <a:r>
              <a:rPr lang="en-US" sz="5600">
                <a:solidFill>
                  <a:srgbClr val="FFB800"/>
                </a:solidFill>
                <a:latin typeface="Canva Sans Display"/>
                <a:ea typeface="Canva Sans Display"/>
                <a:cs typeface="Canva Sans Display"/>
                <a:sym typeface="Canva Sans Display"/>
              </a:rPr>
              <a:t>INDICE: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785594" y="2078804"/>
            <a:ext cx="6716812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60"/>
              </a:lnSpc>
              <a:spcBef>
                <a:spcPct val="0"/>
              </a:spcBef>
            </a:pPr>
            <a:r>
              <a:rPr lang="en-US" sz="4200" u="sng">
                <a:solidFill>
                  <a:srgbClr val="FFE500"/>
                </a:solidFill>
                <a:latin typeface="Canva Sans Display"/>
                <a:ea typeface="Canva Sans Display"/>
                <a:cs typeface="Canva Sans Display"/>
                <a:sym typeface="Canva Sans Display"/>
                <a:hlinkClick r:id="rId8" action="ppaction://hlinksldjump"/>
              </a:rPr>
              <a:t>UTILIZZO E VISTA U</a:t>
            </a:r>
            <a:r>
              <a:rPr lang="en-US" b="true" sz="4200" u="sng">
                <a:solidFill>
                  <a:srgbClr val="FFE500"/>
                </a:solidFill>
                <a:latin typeface="Canva Sans Display"/>
                <a:ea typeface="Canva Sans Display"/>
                <a:cs typeface="Canva Sans Display"/>
                <a:sym typeface="Canva Sans Display"/>
                <a:hlinkClick r:id="rId8" action="ppaction://hlinksldjump"/>
              </a:rPr>
              <a:t>TENTE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785594" y="3442806"/>
            <a:ext cx="6438900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60"/>
              </a:lnSpc>
              <a:spcBef>
                <a:spcPct val="0"/>
              </a:spcBef>
            </a:pPr>
            <a:r>
              <a:rPr lang="en-US" sz="4200" u="sng">
                <a:solidFill>
                  <a:srgbClr val="FFE500"/>
                </a:solidFill>
                <a:latin typeface="Canva Sans Display"/>
                <a:ea typeface="Canva Sans Display"/>
                <a:cs typeface="Canva Sans Display"/>
                <a:sym typeface="Canva Sans Display"/>
                <a:hlinkClick r:id="rId9" action="ppaction://hlinksldjump"/>
              </a:rPr>
              <a:t>UTILIZZO E VISTA ADMIN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472320" y="4808691"/>
            <a:ext cx="7592913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60"/>
              </a:lnSpc>
              <a:spcBef>
                <a:spcPct val="0"/>
              </a:spcBef>
            </a:pPr>
            <a:r>
              <a:rPr lang="en-US" sz="4200" u="sng">
                <a:solidFill>
                  <a:srgbClr val="FFE500"/>
                </a:solidFill>
                <a:latin typeface="Canva Sans Display"/>
                <a:ea typeface="Canva Sans Display"/>
                <a:cs typeface="Canva Sans Display"/>
                <a:sym typeface="Canva Sans Display"/>
                <a:hlinkClick r:id="rId10" action="ppaction://hlinksldjump"/>
              </a:rPr>
              <a:t>IMPOSTAZIONI E SPECIFICHE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900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>
            <a:hlinkClick r:id="rId4" action="ppaction://hlinksldjump"/>
          </p:cNvPr>
          <p:cNvSpPr/>
          <p:nvPr/>
        </p:nvSpPr>
        <p:spPr>
          <a:xfrm flipH="false" flipV="false" rot="0">
            <a:off x="426915" y="459261"/>
            <a:ext cx="601785" cy="569439"/>
          </a:xfrm>
          <a:custGeom>
            <a:avLst/>
            <a:gdLst/>
            <a:ahLst/>
            <a:cxnLst/>
            <a:rect r="r" b="b" t="t" l="l"/>
            <a:pathLst>
              <a:path h="569439" w="601785">
                <a:moveTo>
                  <a:pt x="0" y="0"/>
                </a:moveTo>
                <a:lnTo>
                  <a:pt x="601785" y="0"/>
                </a:lnTo>
                <a:lnTo>
                  <a:pt x="601785" y="569439"/>
                </a:lnTo>
                <a:lnTo>
                  <a:pt x="0" y="569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30021" y="2134152"/>
            <a:ext cx="12227958" cy="765409"/>
          </a:xfrm>
          <a:custGeom>
            <a:avLst/>
            <a:gdLst/>
            <a:ahLst/>
            <a:cxnLst/>
            <a:rect r="r" b="b" t="t" l="l"/>
            <a:pathLst>
              <a:path h="765409" w="12227958">
                <a:moveTo>
                  <a:pt x="0" y="0"/>
                </a:moveTo>
                <a:lnTo>
                  <a:pt x="12227958" y="0"/>
                </a:lnTo>
                <a:lnTo>
                  <a:pt x="12227958" y="765409"/>
                </a:lnTo>
                <a:lnTo>
                  <a:pt x="0" y="7654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919" r="0" b="-2919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97955" y="1000125"/>
            <a:ext cx="15292090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Canva Sans Display"/>
                <a:ea typeface="Canva Sans Display"/>
                <a:cs typeface="Canva Sans Display"/>
                <a:sym typeface="Canva Sans Display"/>
              </a:rPr>
              <a:t>Dopo la fase di autenticazione (Registrazione e Login) e a</a:t>
            </a:r>
            <a:r>
              <a:rPr lang="en-US" b="true" sz="2799">
                <a:solidFill>
                  <a:srgbClr val="FFFFFF"/>
                </a:solidFill>
                <a:latin typeface="Canva Sans Display"/>
                <a:ea typeface="Canva Sans Display"/>
                <a:cs typeface="Canva Sans Display"/>
                <a:sym typeface="Canva Sans Display"/>
              </a:rPr>
              <a:t>ccesso come normale utente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132612" y="56354"/>
            <a:ext cx="6022777" cy="767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0"/>
              </a:lnSpc>
              <a:spcBef>
                <a:spcPct val="0"/>
              </a:spcBef>
            </a:pPr>
            <a:r>
              <a:rPr lang="en-US" b="true" sz="4800">
                <a:solidFill>
                  <a:srgbClr val="FFE500"/>
                </a:solidFill>
                <a:latin typeface="Canva Sans Display"/>
                <a:ea typeface="Canva Sans Display"/>
                <a:cs typeface="Canva Sans Display"/>
                <a:sym typeface="Canva Sans Display"/>
              </a:rPr>
              <a:t>Funzionalità Utente: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3030021" y="4030939"/>
            <a:ext cx="12227958" cy="6087187"/>
          </a:xfrm>
          <a:custGeom>
            <a:avLst/>
            <a:gdLst/>
            <a:ahLst/>
            <a:cxnLst/>
            <a:rect r="r" b="b" t="t" l="l"/>
            <a:pathLst>
              <a:path h="6087187" w="12227958">
                <a:moveTo>
                  <a:pt x="0" y="0"/>
                </a:moveTo>
                <a:lnTo>
                  <a:pt x="12227958" y="0"/>
                </a:lnTo>
                <a:lnTo>
                  <a:pt x="12227958" y="6087187"/>
                </a:lnTo>
                <a:lnTo>
                  <a:pt x="0" y="60871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525149" y="3224907"/>
            <a:ext cx="9237702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  <a:spcBef>
                <a:spcPct val="0"/>
              </a:spcBef>
            </a:pPr>
            <a:r>
              <a:rPr lang="en-US" b="true" sz="3200">
                <a:solidFill>
                  <a:srgbClr val="FFFFFF"/>
                </a:solidFill>
                <a:latin typeface="Canva Sans Display"/>
                <a:ea typeface="Canva Sans Display"/>
                <a:cs typeface="Canva Sans Display"/>
                <a:sym typeface="Canva Sans Display"/>
              </a:rPr>
              <a:t>Gestione del Profilo (cambio nome/password).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900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69868" y="1000716"/>
            <a:ext cx="5748264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b="true" sz="2799">
                <a:solidFill>
                  <a:srgbClr val="FFFFFF"/>
                </a:solidFill>
                <a:latin typeface="Canva Sans Display"/>
                <a:ea typeface="Canva Sans Display"/>
                <a:cs typeface="Canva Sans Display"/>
                <a:sym typeface="Canva Sans Display"/>
              </a:rPr>
              <a:t>Creazione di ticket con priorità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2226823" y="2403431"/>
            <a:ext cx="13834353" cy="5480138"/>
          </a:xfrm>
          <a:custGeom>
            <a:avLst/>
            <a:gdLst/>
            <a:ahLst/>
            <a:cxnLst/>
            <a:rect r="r" b="b" t="t" l="l"/>
            <a:pathLst>
              <a:path h="5480138" w="13834353">
                <a:moveTo>
                  <a:pt x="0" y="0"/>
                </a:moveTo>
                <a:lnTo>
                  <a:pt x="13834354" y="0"/>
                </a:lnTo>
                <a:lnTo>
                  <a:pt x="13834354" y="5480138"/>
                </a:lnTo>
                <a:lnTo>
                  <a:pt x="0" y="54801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9956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248275" y="8378190"/>
            <a:ext cx="10768912" cy="880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799">
                <a:solidFill>
                  <a:srgbClr val="FFFFFF"/>
                </a:solidFill>
                <a:latin typeface="Canva Sans Display"/>
                <a:ea typeface="Canva Sans Display"/>
                <a:cs typeface="Canva Sans Display"/>
                <a:sym typeface="Canva Sans Display"/>
              </a:rPr>
              <a:t>Visualizzazione dello stato dei propri ticket precedenti</a:t>
            </a:r>
          </a:p>
          <a:p>
            <a:pPr algn="ctr">
              <a:lnSpc>
                <a:spcPts val="3380"/>
              </a:lnSpc>
              <a:spcBef>
                <a:spcPct val="0"/>
              </a:spcBef>
            </a:pPr>
            <a:r>
              <a:rPr lang="en-US" b="true" sz="2600">
                <a:solidFill>
                  <a:srgbClr val="FFFFFF"/>
                </a:solidFill>
                <a:latin typeface="Canva Sans Display"/>
                <a:ea typeface="Canva Sans Display"/>
                <a:cs typeface="Canva Sans Display"/>
                <a:sym typeface="Canva Sans Display"/>
              </a:rPr>
              <a:t>(il testo molto lungo viene spezzato per non uscire dai campi)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900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70583" y="1707491"/>
            <a:ext cx="12546834" cy="1509906"/>
          </a:xfrm>
          <a:custGeom>
            <a:avLst/>
            <a:gdLst/>
            <a:ahLst/>
            <a:cxnLst/>
            <a:rect r="r" b="b" t="t" l="l"/>
            <a:pathLst>
              <a:path h="1509906" w="12546834">
                <a:moveTo>
                  <a:pt x="0" y="0"/>
                </a:moveTo>
                <a:lnTo>
                  <a:pt x="12546834" y="0"/>
                </a:lnTo>
                <a:lnTo>
                  <a:pt x="12546834" y="1509907"/>
                </a:lnTo>
                <a:lnTo>
                  <a:pt x="0" y="15099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869590" y="56354"/>
            <a:ext cx="6548820" cy="767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  <a:spcBef>
                <a:spcPct val="0"/>
              </a:spcBef>
            </a:pPr>
            <a:r>
              <a:rPr lang="en-US" b="true" sz="4800">
                <a:solidFill>
                  <a:srgbClr val="FFE500"/>
                </a:solidFill>
                <a:latin typeface="Canva Sans Display"/>
                <a:ea typeface="Canva Sans Display"/>
                <a:cs typeface="Canva Sans Display"/>
                <a:sym typeface="Canva Sans Display"/>
              </a:rPr>
              <a:t>Funzionalità Admin: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146830" y="1115036"/>
            <a:ext cx="2241947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Canva Sans Display"/>
                <a:ea typeface="Canva Sans Display"/>
                <a:cs typeface="Canva Sans Display"/>
                <a:sym typeface="Canva Sans Display"/>
              </a:rPr>
              <a:t>Contatore utenti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3448284" y="4188527"/>
            <a:ext cx="11391432" cy="5876214"/>
          </a:xfrm>
          <a:custGeom>
            <a:avLst/>
            <a:gdLst/>
            <a:ahLst/>
            <a:cxnLst/>
            <a:rect r="r" b="b" t="t" l="l"/>
            <a:pathLst>
              <a:path h="5876214" w="11391432">
                <a:moveTo>
                  <a:pt x="0" y="0"/>
                </a:moveTo>
                <a:lnTo>
                  <a:pt x="11391432" y="0"/>
                </a:lnTo>
                <a:lnTo>
                  <a:pt x="11391432" y="5876214"/>
                </a:lnTo>
                <a:lnTo>
                  <a:pt x="0" y="58762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020197" y="3478966"/>
            <a:ext cx="6247606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799">
                <a:solidFill>
                  <a:srgbClr val="FFFFFF"/>
                </a:solidFill>
                <a:latin typeface="Canva Sans Display"/>
                <a:ea typeface="Canva Sans Display"/>
                <a:cs typeface="Canva Sans Display"/>
                <a:sym typeface="Canva Sans Display"/>
              </a:rPr>
              <a:t>Gestione Utenti (lista, eliminazione).</a:t>
            </a:r>
          </a:p>
        </p:txBody>
      </p:sp>
      <p:sp>
        <p:nvSpPr>
          <p:cNvPr name="Freeform 7" id="7">
            <a:hlinkClick r:id="rId6" action="ppaction://hlinksldjump"/>
          </p:cNvPr>
          <p:cNvSpPr/>
          <p:nvPr/>
        </p:nvSpPr>
        <p:spPr>
          <a:xfrm flipH="false" flipV="false" rot="0">
            <a:off x="426915" y="459261"/>
            <a:ext cx="601785" cy="569439"/>
          </a:xfrm>
          <a:custGeom>
            <a:avLst/>
            <a:gdLst/>
            <a:ahLst/>
            <a:cxnLst/>
            <a:rect r="r" b="b" t="t" l="l"/>
            <a:pathLst>
              <a:path h="569439" w="601785">
                <a:moveTo>
                  <a:pt x="0" y="0"/>
                </a:moveTo>
                <a:lnTo>
                  <a:pt x="601785" y="0"/>
                </a:lnTo>
                <a:lnTo>
                  <a:pt x="601785" y="569439"/>
                </a:lnTo>
                <a:lnTo>
                  <a:pt x="0" y="5694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900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72253" y="1892058"/>
            <a:ext cx="13143494" cy="5656826"/>
          </a:xfrm>
          <a:custGeom>
            <a:avLst/>
            <a:gdLst/>
            <a:ahLst/>
            <a:cxnLst/>
            <a:rect r="r" b="b" t="t" l="l"/>
            <a:pathLst>
              <a:path h="5656826" w="13143494">
                <a:moveTo>
                  <a:pt x="0" y="0"/>
                </a:moveTo>
                <a:lnTo>
                  <a:pt x="13143494" y="0"/>
                </a:lnTo>
                <a:lnTo>
                  <a:pt x="13143494" y="5656826"/>
                </a:lnTo>
                <a:lnTo>
                  <a:pt x="0" y="56568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105406" y="8203645"/>
            <a:ext cx="6077188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799">
                <a:solidFill>
                  <a:srgbClr val="FFFFFF"/>
                </a:solidFill>
                <a:latin typeface="Canva Sans Display"/>
                <a:ea typeface="Canva Sans Display"/>
                <a:cs typeface="Canva Sans Display"/>
                <a:sym typeface="Canva Sans Display"/>
              </a:rPr>
              <a:t>Sistema di Note Interne per i ticket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143548" y="756043"/>
            <a:ext cx="12000905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799">
                <a:solidFill>
                  <a:srgbClr val="FFFFFF"/>
                </a:solidFill>
                <a:latin typeface="Canva Sans Display"/>
                <a:ea typeface="Canva Sans Display"/>
                <a:cs typeface="Canva Sans Display"/>
                <a:sym typeface="Canva Sans Display"/>
              </a:rPr>
              <a:t>Visualizzazione e gestione di tutti i ticket (cambio stato/eliminazione).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900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29642" y="1028700"/>
            <a:ext cx="6316258" cy="2115167"/>
          </a:xfrm>
          <a:custGeom>
            <a:avLst/>
            <a:gdLst/>
            <a:ahLst/>
            <a:cxnLst/>
            <a:rect r="r" b="b" t="t" l="l"/>
            <a:pathLst>
              <a:path h="2115167" w="6316258">
                <a:moveTo>
                  <a:pt x="0" y="0"/>
                </a:moveTo>
                <a:lnTo>
                  <a:pt x="6316258" y="0"/>
                </a:lnTo>
                <a:lnTo>
                  <a:pt x="6316258" y="2115167"/>
                </a:lnTo>
                <a:lnTo>
                  <a:pt x="0" y="21151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68614" y="3289735"/>
            <a:ext cx="6038315" cy="5968565"/>
          </a:xfrm>
          <a:custGeom>
            <a:avLst/>
            <a:gdLst/>
            <a:ahLst/>
            <a:cxnLst/>
            <a:rect r="r" b="b" t="t" l="l"/>
            <a:pathLst>
              <a:path h="5968565" w="6038315">
                <a:moveTo>
                  <a:pt x="0" y="0"/>
                </a:moveTo>
                <a:lnTo>
                  <a:pt x="6038315" y="0"/>
                </a:lnTo>
                <a:lnTo>
                  <a:pt x="6038315" y="5968565"/>
                </a:lnTo>
                <a:lnTo>
                  <a:pt x="0" y="59685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200821" y="5516679"/>
            <a:ext cx="2793286" cy="3093676"/>
          </a:xfrm>
          <a:custGeom>
            <a:avLst/>
            <a:gdLst/>
            <a:ahLst/>
            <a:cxnLst/>
            <a:rect r="r" b="b" t="t" l="l"/>
            <a:pathLst>
              <a:path h="3093676" w="2793286">
                <a:moveTo>
                  <a:pt x="0" y="0"/>
                </a:moveTo>
                <a:lnTo>
                  <a:pt x="2793286" y="0"/>
                </a:lnTo>
                <a:lnTo>
                  <a:pt x="2793286" y="3093677"/>
                </a:lnTo>
                <a:lnTo>
                  <a:pt x="0" y="30936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906929" y="3270685"/>
            <a:ext cx="11381071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400">
                <a:solidFill>
                  <a:srgbClr val="FFFFFF"/>
                </a:solidFill>
                <a:latin typeface="Canva Sans Display"/>
                <a:ea typeface="Canva Sans Display"/>
                <a:cs typeface="Canva Sans Display"/>
                <a:sym typeface="Canva Sans Display"/>
              </a:rPr>
              <a:t>Pannello che mostra gli ultimi 3 ticket eliminati in ordine cronologico</a:t>
            </a:r>
          </a:p>
          <a:p>
            <a:pPr algn="ctr">
              <a:lnSpc>
                <a:spcPts val="3120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Canva Sans Display"/>
                <a:ea typeface="Canva Sans Display"/>
                <a:cs typeface="Canva Sans Display"/>
                <a:sym typeface="Canva Sans Display"/>
              </a:rPr>
              <a:t>(dal più recente)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900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54652" y="1974631"/>
            <a:ext cx="12178696" cy="4827983"/>
          </a:xfrm>
          <a:custGeom>
            <a:avLst/>
            <a:gdLst/>
            <a:ahLst/>
            <a:cxnLst/>
            <a:rect r="r" b="b" t="t" l="l"/>
            <a:pathLst>
              <a:path h="4827983" w="12178696">
                <a:moveTo>
                  <a:pt x="0" y="0"/>
                </a:moveTo>
                <a:lnTo>
                  <a:pt x="12178696" y="0"/>
                </a:lnTo>
                <a:lnTo>
                  <a:pt x="12178696" y="4827983"/>
                </a:lnTo>
                <a:lnTo>
                  <a:pt x="0" y="48279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54652" y="7420824"/>
            <a:ext cx="11363990" cy="2649447"/>
          </a:xfrm>
          <a:custGeom>
            <a:avLst/>
            <a:gdLst/>
            <a:ahLst/>
            <a:cxnLst/>
            <a:rect r="r" b="b" t="t" l="l"/>
            <a:pathLst>
              <a:path h="2649447" w="11363990">
                <a:moveTo>
                  <a:pt x="0" y="0"/>
                </a:moveTo>
                <a:lnTo>
                  <a:pt x="11363991" y="0"/>
                </a:lnTo>
                <a:lnTo>
                  <a:pt x="11363991" y="2649448"/>
                </a:lnTo>
                <a:lnTo>
                  <a:pt x="0" y="26494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18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196361" y="150626"/>
            <a:ext cx="6652022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60"/>
              </a:lnSpc>
              <a:spcBef>
                <a:spcPct val="0"/>
              </a:spcBef>
            </a:pPr>
            <a:r>
              <a:rPr lang="en-US" sz="4200">
                <a:solidFill>
                  <a:srgbClr val="FFE500"/>
                </a:solidFill>
                <a:latin typeface="Canva Sans Display"/>
                <a:ea typeface="Canva Sans Display"/>
                <a:cs typeface="Canva Sans Display"/>
                <a:sym typeface="Canva Sans Display"/>
              </a:rPr>
              <a:t> SCHEMA DB E GESTIONE</a:t>
            </a:r>
          </a:p>
        </p:txBody>
      </p:sp>
      <p:sp>
        <p:nvSpPr>
          <p:cNvPr name="Freeform 5" id="5">
            <a:hlinkClick r:id="rId6" action="ppaction://hlinksldjump"/>
          </p:cNvPr>
          <p:cNvSpPr/>
          <p:nvPr/>
        </p:nvSpPr>
        <p:spPr>
          <a:xfrm flipH="false" flipV="false" rot="0">
            <a:off x="426915" y="459261"/>
            <a:ext cx="601785" cy="569439"/>
          </a:xfrm>
          <a:custGeom>
            <a:avLst/>
            <a:gdLst/>
            <a:ahLst/>
            <a:cxnLst/>
            <a:rect r="r" b="b" t="t" l="l"/>
            <a:pathLst>
              <a:path h="569439" w="601785">
                <a:moveTo>
                  <a:pt x="0" y="0"/>
                </a:moveTo>
                <a:lnTo>
                  <a:pt x="601785" y="0"/>
                </a:lnTo>
                <a:lnTo>
                  <a:pt x="601785" y="569439"/>
                </a:lnTo>
                <a:lnTo>
                  <a:pt x="0" y="5694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861195" y="1376943"/>
            <a:ext cx="13322354" cy="37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Canva Sans Display"/>
                <a:ea typeface="Canva Sans Display"/>
                <a:cs typeface="Canva Sans Display"/>
                <a:sym typeface="Canva Sans Display"/>
              </a:rPr>
              <a:t>PhpMyAdmin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530764" y="7558905"/>
            <a:ext cx="3305571" cy="1941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400">
                <a:solidFill>
                  <a:srgbClr val="FFFFFF"/>
                </a:solidFill>
                <a:latin typeface="Canva Sans Display"/>
                <a:ea typeface="Canva Sans Display"/>
                <a:cs typeface="Canva Sans Display"/>
                <a:sym typeface="Canva Sans Display"/>
              </a:rPr>
              <a:t>node.js</a:t>
            </a:r>
          </a:p>
          <a:p>
            <a:pPr algn="ctr">
              <a:lnSpc>
                <a:spcPts val="3120"/>
              </a:lnSpc>
            </a:pPr>
          </a:p>
          <a:p>
            <a:pPr algn="ctr">
              <a:lnSpc>
                <a:spcPts val="3120"/>
              </a:lnSpc>
            </a:pPr>
            <a:r>
              <a:rPr lang="en-US" sz="2400">
                <a:solidFill>
                  <a:srgbClr val="FFFFFF"/>
                </a:solidFill>
                <a:latin typeface="Canva Sans Display"/>
                <a:ea typeface="Canva Sans Display"/>
                <a:cs typeface="Canva Sans Display"/>
                <a:sym typeface="Canva Sans Display"/>
              </a:rPr>
              <a:t>API</a:t>
            </a:r>
          </a:p>
          <a:p>
            <a:pPr algn="ctr">
              <a:lnSpc>
                <a:spcPts val="3120"/>
              </a:lnSpc>
            </a:pPr>
          </a:p>
          <a:p>
            <a:pPr algn="ctr">
              <a:lnSpc>
                <a:spcPts val="3120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Canva Sans Display"/>
                <a:ea typeface="Canva Sans Display"/>
                <a:cs typeface="Canva Sans Display"/>
                <a:sym typeface="Canva Sans Display"/>
              </a:rPr>
              <a:t>credenziali in file .env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DAG6szSavjM</dc:identifier>
  <dcterms:modified xsi:type="dcterms:W3CDTF">2011-08-01T06:04:30Z</dcterms:modified>
  <cp:revision>1</cp:revision>
  <dc:title>HelpDesk Web:  Sistema di Ticketing</dc:title>
</cp:coreProperties>
</file>